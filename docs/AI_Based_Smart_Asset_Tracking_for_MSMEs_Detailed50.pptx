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-14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Digital Memory </a:t>
            </a:r>
            <a:r>
              <a:rPr dirty="0" smtClean="0"/>
              <a:t>Map</a:t>
            </a:r>
            <a:r>
              <a:rPr lang="en-US" dirty="0"/>
              <a:t> </a:t>
            </a:r>
            <a:r>
              <a:rPr lang="en-US" dirty="0" smtClean="0"/>
              <a:t>System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rPr dirty="0"/>
              <a:t>AI-Based Smart Asset Tracking &amp; Visual Memory System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Team Members:</a:t>
            </a:r>
            <a:br>
              <a:rPr dirty="0"/>
            </a:br>
            <a:r>
              <a:rPr lang="en-US" dirty="0" smtClean="0"/>
              <a:t>DINESH KUMAR C(CB2316)</a:t>
            </a:r>
          </a:p>
          <a:p>
            <a:pPr>
              <a:defRPr sz="2000"/>
            </a:pPr>
            <a:r>
              <a:rPr lang="en-US" dirty="0" smtClean="0"/>
              <a:t>LUKMAN AHAMED M(CB2331)</a:t>
            </a:r>
          </a:p>
          <a:p>
            <a:pPr>
              <a:defRPr sz="2000"/>
            </a:pPr>
            <a:r>
              <a:rPr lang="en-US" dirty="0" smtClean="0"/>
              <a:t>SARUKESH J(CB2350)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project proposes an AI-powered visual asset tracking system for MSMEs. Using CCTV/webcams, YOLOv8 detects tools, raw materials, equipment and finished goods. Their last known location and timestamp are stored in a database, enabling workers to quickly locate assets. The system improves productivity, reduces downtime and offers an affordable Industry 4.0 retrofit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MSMEs lose productive time searching for tools and materials.</a:t>
            </a:r>
            <a:br/>
            <a:r>
              <a:t>• Existing RFID/GPS systems are expensive.</a:t>
            </a:r>
            <a:br/>
            <a:r>
              <a:t>• AI and Computer Vision provide a low-cost alternative.</a:t>
            </a:r>
            <a:br/>
            <a:r>
              <a:t>• Proposed system creates a visual memory of factory assets.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Misplaced tools delay production.</a:t>
            </a:r>
            <a:br/>
            <a:r>
              <a:t>• Manual inventory tracking causes errors.</a:t>
            </a:r>
            <a:br/>
            <a:r>
              <a:t>• Existing solutions require additional hardware.</a:t>
            </a:r>
            <a:br/>
            <a:r>
              <a:t>• Need for an affordable AI-based asset tracking 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67742" cy="307793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dirty="0"/>
              <a:t>Camera Input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YOLOv8 Object Detection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Location Mapping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Asset Database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Web Dashboard &amp; Alerts</a:t>
            </a:r>
          </a:p>
        </p:txBody>
      </p:sp>
      <p:pic>
        <p:nvPicPr>
          <p:cNvPr id="1026" name="Picture 2" descr="C:\Users\exam47\Downloads\ChatGPT Image Jul 10, 2026, 09_44_43 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942" y="1485900"/>
            <a:ext cx="4988378" cy="332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Camera Input Module</a:t>
            </a:r>
            <a:br/>
            <a:r>
              <a:t>2. Object Detection Module</a:t>
            </a:r>
            <a:br/>
            <a:r>
              <a:t>3. Location Mapping Module</a:t>
            </a:r>
            <a:br/>
            <a:r>
              <a:t>4. Memory Storage Module</a:t>
            </a:r>
            <a:br/>
            <a:r>
              <a:t>5. Query &amp; Search Module</a:t>
            </a:r>
            <a:br/>
            <a:r>
              <a:t>6. Web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Cameras continuously monitor work areas.</a:t>
            </a:r>
            <a:br/>
            <a:r>
              <a:t>• YOLOv8 detects industrial assets.</a:t>
            </a:r>
            <a:br/>
            <a:r>
              <a:t>• System stores asset name, location and timestamp.</a:t>
            </a:r>
            <a:br/>
            <a:r>
              <a:t>• User searches asset.</a:t>
            </a:r>
            <a:br/>
            <a:r>
              <a:t>• Dashboard displays last seen location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Manufacturing industries</a:t>
            </a:r>
            <a:br/>
            <a:r>
              <a:t>• Warehouses</a:t>
            </a:r>
            <a:br/>
            <a:r>
              <a:t>• Automotive workshops</a:t>
            </a:r>
            <a:br/>
            <a:r>
              <a:t>• Tool rooms</a:t>
            </a:r>
            <a:br/>
            <a:r>
              <a:t>• Electronics assembly units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Low-cost retrofit solution</a:t>
            </a:r>
            <a:br/>
            <a:r>
              <a:t>• No RFID tags required</a:t>
            </a:r>
            <a:br/>
            <a:r>
              <a:t>• Reduces search time</a:t>
            </a:r>
            <a:br/>
            <a:r>
              <a:t>• Improves productivity</a:t>
            </a:r>
            <a:br/>
            <a:r>
              <a:t>• Real-time monitoring</a:t>
            </a:r>
            <a:br/>
            <a:r>
              <a:t>• Easy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Mobile application</a:t>
            </a:r>
            <a:br/>
            <a:r>
              <a:t>• Voice-based search</a:t>
            </a:r>
            <a:br/>
            <a:r>
              <a:t>• Predictive asset movement</a:t>
            </a:r>
            <a:br/>
            <a:r>
              <a:t>• Multi-camera tracking</a:t>
            </a:r>
            <a:br/>
            <a:r>
              <a:t>• ERP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proposed system enables MSMEs to digitally track industrial assets using AI and Computer Vision. It supports Industry 4.0 adoption, improves operational efficiency, and can be developed into a commercially viable prototype.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164</Words>
  <Application>Microsoft Office PowerPoint</Application>
  <PresentationFormat>On-screen Show (4:3)</PresentationFormat>
  <Paragraphs>24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Memory Map System </vt:lpstr>
      <vt:lpstr>Abstract</vt:lpstr>
      <vt:lpstr>Introduction</vt:lpstr>
      <vt:lpstr>Problem Statement</vt:lpstr>
      <vt:lpstr>System Architecture</vt:lpstr>
      <vt:lpstr>Modules</vt:lpstr>
      <vt:lpstr>Working</vt:lpstr>
      <vt:lpstr>Applications</vt:lpstr>
      <vt:lpstr>Advantages</vt:lpstr>
      <vt:lpstr>Future Scope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Memory Map System</dc:title>
  <dc:creator>exam47</dc:creator>
  <dc:description>generated using python-pptx</dc:description>
  <cp:lastModifiedBy>exam47</cp:lastModifiedBy>
  <cp:revision>3</cp:revision>
  <dcterms:created xsi:type="dcterms:W3CDTF">2013-01-27T09:14:16Z</dcterms:created>
  <dcterms:modified xsi:type="dcterms:W3CDTF">2026-07-10T04:21:16Z</dcterms:modified>
</cp:coreProperties>
</file>